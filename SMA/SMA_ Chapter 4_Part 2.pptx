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11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0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39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73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4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4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27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3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25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23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51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1FE2E-E06F-44CE-91C5-86F40BDC7DC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F5D03-6468-4EB6-B15B-33E499C6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47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165" y="1122363"/>
            <a:ext cx="9660835" cy="2387600"/>
          </a:xfrm>
        </p:spPr>
        <p:txBody>
          <a:bodyPr/>
          <a:lstStyle/>
          <a:p>
            <a:r>
              <a:rPr lang="en-IN" b="1" dirty="0" smtClean="0"/>
              <a:t>Chapter 4 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8036" y="3602038"/>
            <a:ext cx="10099964" cy="1655762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Social Media Location and Search Engine Analytics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68371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b="1" dirty="0" smtClean="0">
                <a:solidFill>
                  <a:srgbClr val="00B0F0"/>
                </a:solidFill>
              </a:rPr>
              <a:t>Location Analytics</a:t>
            </a:r>
            <a:endParaRPr lang="en-IN" sz="9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73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Smart Coffee Shop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b="1" dirty="0" smtClean="0"/>
              <a:t>Mumbai</a:t>
            </a:r>
            <a:r>
              <a:rPr lang="en-US" dirty="0" smtClean="0"/>
              <a:t>, a young entrepreneur named </a:t>
            </a:r>
            <a:r>
              <a:rPr lang="en-US" b="1" dirty="0" smtClean="0"/>
              <a:t>Riya</a:t>
            </a:r>
            <a:r>
              <a:rPr lang="en-US" dirty="0" smtClean="0"/>
              <a:t> opened a new coffee shop called </a:t>
            </a:r>
            <a:r>
              <a:rPr lang="en-US" b="1" dirty="0" smtClean="0"/>
              <a:t>“City Brew.”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Riya wanted to promote her shop using social media. She created a page on </a:t>
            </a:r>
            <a:r>
              <a:rPr lang="en-US" b="1" dirty="0" smtClean="0"/>
              <a:t>Facebook</a:t>
            </a:r>
            <a:r>
              <a:rPr lang="en-US" dirty="0" smtClean="0"/>
              <a:t> and </a:t>
            </a:r>
            <a:r>
              <a:rPr lang="en-US" b="1" dirty="0" smtClean="0"/>
              <a:t>Instagram</a:t>
            </a:r>
            <a:r>
              <a:rPr lang="en-US" dirty="0" smtClean="0"/>
              <a:t> and started posting pictures of delicious coffee and snacks.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176" y="3665621"/>
            <a:ext cx="394716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6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 to Location Analytics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After a few weeks, Riya noticed many people were liking and commenting on her posts. But she had an important question: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“From which city are these customers coming?”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She checked the data and found:</a:t>
            </a:r>
          </a:p>
          <a:p>
            <a:r>
              <a:rPr lang="en-US" dirty="0" smtClean="0"/>
              <a:t>Many users were from </a:t>
            </a:r>
            <a:r>
              <a:rPr lang="en-US" b="1" dirty="0" smtClean="0"/>
              <a:t>Mumbai</a:t>
            </a:r>
            <a:endParaRPr lang="en-US" dirty="0" smtClean="0"/>
          </a:p>
          <a:p>
            <a:r>
              <a:rPr lang="en-US" dirty="0" smtClean="0"/>
              <a:t>Some users were from </a:t>
            </a:r>
            <a:r>
              <a:rPr lang="en-US" b="1" dirty="0" smtClean="0"/>
              <a:t>Pune</a:t>
            </a:r>
            <a:endParaRPr lang="en-US" dirty="0" smtClean="0"/>
          </a:p>
          <a:p>
            <a:r>
              <a:rPr lang="en-US" dirty="0" smtClean="0"/>
              <a:t>A few were from </a:t>
            </a:r>
            <a:r>
              <a:rPr lang="en-US" b="1" dirty="0" smtClean="0"/>
              <a:t>Delhi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process of </a:t>
            </a:r>
            <a:r>
              <a:rPr lang="en-US" b="1" dirty="0" smtClean="0"/>
              <a:t>analyzing where users are located</a:t>
            </a:r>
            <a:r>
              <a:rPr lang="en-US" dirty="0" smtClean="0"/>
              <a:t> is called </a:t>
            </a:r>
            <a:r>
              <a:rPr lang="en-US" b="1" dirty="0" smtClean="0"/>
              <a:t>Location Analytics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Now Riya understood that </a:t>
            </a:r>
            <a:r>
              <a:rPr lang="en-US" b="1" dirty="0" smtClean="0"/>
              <a:t>most of her customers were from Mumbai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99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Geo-tagging in Social Media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One day, a customer visited the shop, took a photo of a cappuccino, and posted it on Instagram with the location </a:t>
            </a:r>
            <a:r>
              <a:rPr lang="en-US" b="1" dirty="0" smtClean="0"/>
              <a:t>“City Brew – Mumbai.”</a:t>
            </a:r>
            <a:endParaRPr lang="en-US" dirty="0" smtClean="0"/>
          </a:p>
          <a:p>
            <a:r>
              <a:rPr lang="en-US" dirty="0" smtClean="0"/>
              <a:t>This is called </a:t>
            </a:r>
            <a:r>
              <a:rPr lang="en-US" b="1" dirty="0" smtClean="0"/>
              <a:t>Geo-tagging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Geo-tagging means </a:t>
            </a:r>
            <a:r>
              <a:rPr lang="en-US" b="1" dirty="0" smtClean="0"/>
              <a:t>adding the location of a place to a social media post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Soon many customers started posting pictures with the location tag </a:t>
            </a:r>
            <a:r>
              <a:rPr lang="en-US" b="1" dirty="0" smtClean="0"/>
              <a:t>City Brew, Mumbai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Because of geo-tagging:</a:t>
            </a:r>
          </a:p>
          <a:p>
            <a:r>
              <a:rPr lang="en-US" dirty="0" smtClean="0"/>
              <a:t>More people discovered the café</a:t>
            </a:r>
          </a:p>
          <a:p>
            <a:r>
              <a:rPr lang="en-US" dirty="0" smtClean="0"/>
              <a:t>Friends of customers saw the location</a:t>
            </a:r>
          </a:p>
          <a:p>
            <a:r>
              <a:rPr lang="en-US" dirty="0" smtClean="0"/>
              <a:t>New visitors started coming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87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9707"/>
            <a:ext cx="10515600" cy="1325563"/>
          </a:xfrm>
        </p:spPr>
        <p:txBody>
          <a:bodyPr/>
          <a:lstStyle/>
          <a:p>
            <a:r>
              <a:rPr lang="en-IN" dirty="0" smtClean="0"/>
              <a:t>Location-Based Marketing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Riya now used a smart strategy.</a:t>
            </a:r>
          </a:p>
          <a:p>
            <a:r>
              <a:rPr lang="en-US" dirty="0" smtClean="0"/>
              <a:t>She created </a:t>
            </a:r>
            <a:r>
              <a:rPr lang="en-US" b="1" dirty="0" smtClean="0"/>
              <a:t>special ads only for people in Mumbai</a:t>
            </a:r>
            <a:r>
              <a:rPr lang="en-US" dirty="0" smtClean="0"/>
              <a:t> on social media platforms.</a:t>
            </a:r>
          </a:p>
          <a:p>
            <a:r>
              <a:rPr lang="en-US" dirty="0" smtClean="0"/>
              <a:t>Example promotion:</a:t>
            </a:r>
          </a:p>
          <a:p>
            <a:r>
              <a:rPr lang="en-US" dirty="0" smtClean="0"/>
              <a:t>“Get 20% discount on coffee this weekend at City Brew – Mumbai!”</a:t>
            </a:r>
          </a:p>
          <a:p>
            <a:r>
              <a:rPr lang="en-US" dirty="0" smtClean="0"/>
              <a:t>This type of marketing, where advertisements are shown </a:t>
            </a:r>
            <a:r>
              <a:rPr lang="en-US" b="1" dirty="0" smtClean="0"/>
              <a:t>only to people in a specific location</a:t>
            </a:r>
            <a:r>
              <a:rPr lang="en-US" dirty="0" smtClean="0"/>
              <a:t>, is called </a:t>
            </a:r>
            <a:r>
              <a:rPr lang="en-US" b="1" dirty="0" smtClean="0"/>
              <a:t>Location-Based Marketing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Because the ad reached people </a:t>
            </a:r>
            <a:r>
              <a:rPr lang="en-US" b="1" dirty="0" smtClean="0"/>
              <a:t>near the café</a:t>
            </a:r>
            <a:r>
              <a:rPr lang="en-US" dirty="0" smtClean="0"/>
              <a:t>, many customers visited the shop.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45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 of the Story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Within a few months, </a:t>
            </a:r>
            <a:r>
              <a:rPr lang="en-US" b="1" dirty="0" smtClean="0"/>
              <a:t>City Brew became one of the most popular cafés in Mumbai</a:t>
            </a:r>
            <a:r>
              <a:rPr lang="en-US" dirty="0" smtClean="0"/>
              <a:t>.</a:t>
            </a:r>
          </a:p>
          <a:p>
            <a:r>
              <a:rPr lang="en-US" dirty="0" smtClean="0"/>
              <a:t>Riya succeeded because she used three smart techniques:</a:t>
            </a:r>
          </a:p>
          <a:p>
            <a:pPr marL="0" indent="0">
              <a:buNone/>
            </a:pPr>
            <a:r>
              <a:rPr lang="en-US" b="1" dirty="0" smtClean="0"/>
              <a:t>Location Analytics</a:t>
            </a:r>
            <a:r>
              <a:rPr lang="en-US" dirty="0" smtClean="0"/>
              <a:t> – understanding where customers are located</a:t>
            </a:r>
            <a:br>
              <a:rPr lang="en-US" dirty="0" smtClean="0"/>
            </a:br>
            <a:r>
              <a:rPr lang="en-US" b="1" dirty="0" smtClean="0"/>
              <a:t>Geo-tagging</a:t>
            </a:r>
            <a:r>
              <a:rPr lang="en-US" dirty="0" smtClean="0"/>
              <a:t> – customers sharing posts with location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 smtClean="0"/>
              <a:t>Location-Based Marketing</a:t>
            </a:r>
            <a:r>
              <a:rPr lang="en-US" dirty="0" smtClean="0"/>
              <a:t> – showing ads to nearby customers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0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Simple takeaway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media platforms like </a:t>
            </a:r>
            <a:r>
              <a:rPr lang="en-US" b="1" dirty="0" smtClean="0"/>
              <a:t>Instagram</a:t>
            </a:r>
            <a:r>
              <a:rPr lang="en-US" dirty="0" smtClean="0"/>
              <a:t> and </a:t>
            </a:r>
            <a:r>
              <a:rPr lang="en-US" b="1" dirty="0" smtClean="0"/>
              <a:t>Facebook</a:t>
            </a:r>
            <a:r>
              <a:rPr lang="en-US" dirty="0" smtClean="0"/>
              <a:t> help businesses analyze user locations, use geo-tags, and run location-based marketing campaigns to reach the right audience.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90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b="1" dirty="0" smtClean="0">
                <a:solidFill>
                  <a:srgbClr val="00B0F0"/>
                </a:solidFill>
              </a:rPr>
              <a:t>Search Engine Analytics</a:t>
            </a:r>
            <a:endParaRPr lang="en-IN" sz="8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286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Secret Behind the Viral Pizza Shop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crowded streets of Mumbai, there was a small pizza shop called “Rocket Slice.” </a:t>
            </a:r>
          </a:p>
          <a:p>
            <a:r>
              <a:rPr lang="en-US" dirty="0" smtClean="0"/>
              <a:t>The owner, </a:t>
            </a:r>
            <a:r>
              <a:rPr lang="en-US" dirty="0" err="1" smtClean="0"/>
              <a:t>Kabir</a:t>
            </a:r>
            <a:r>
              <a:rPr lang="en-US" dirty="0" smtClean="0"/>
              <a:t>, had created a website so customers could order pizza online. But something strange was happening…</a:t>
            </a:r>
          </a:p>
          <a:p>
            <a:r>
              <a:rPr lang="en-US" dirty="0" smtClean="0"/>
              <a:t>Even though the pizza tasted amazing, very few people were visiting the website.</a:t>
            </a:r>
          </a:p>
          <a:p>
            <a:r>
              <a:rPr lang="en-US" dirty="0" err="1" smtClean="0"/>
              <a:t>Kabir</a:t>
            </a:r>
            <a:r>
              <a:rPr lang="en-US" dirty="0" smtClean="0"/>
              <a:t> asked his tech-savvy friend Neha for help.</a:t>
            </a:r>
          </a:p>
          <a:p>
            <a:r>
              <a:rPr lang="en-US" dirty="0" smtClean="0"/>
              <a:t>Neha said,</a:t>
            </a:r>
            <a:br>
              <a:rPr lang="en-US" dirty="0" smtClean="0"/>
            </a:br>
            <a:r>
              <a:rPr lang="en-US" i="1" dirty="0" smtClean="0"/>
              <a:t>"Let’s investigate this like detectives!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524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Search Engine Analytics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Neha started by studying </a:t>
            </a:r>
            <a:r>
              <a:rPr lang="en-US" b="1" dirty="0" smtClean="0"/>
              <a:t>how people search on the internet</a:t>
            </a:r>
            <a:r>
              <a:rPr lang="en-US" dirty="0" smtClean="0"/>
              <a:t> using </a:t>
            </a:r>
            <a:r>
              <a:rPr lang="en-US" b="1" dirty="0" smtClean="0"/>
              <a:t>Google Search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She analyzed:</a:t>
            </a:r>
          </a:p>
          <a:p>
            <a:r>
              <a:rPr lang="en-US" dirty="0" smtClean="0"/>
              <a:t>What people search for?</a:t>
            </a:r>
          </a:p>
          <a:p>
            <a:r>
              <a:rPr lang="en-US" dirty="0" smtClean="0"/>
              <a:t>Which websites appear first?</a:t>
            </a:r>
          </a:p>
          <a:p>
            <a:r>
              <a:rPr lang="en-US" dirty="0" smtClean="0"/>
              <a:t>Why some websites get more visitors?</a:t>
            </a:r>
          </a:p>
          <a:p>
            <a:pPr marL="0" indent="0">
              <a:buNone/>
            </a:pPr>
            <a:r>
              <a:rPr lang="en-US" dirty="0" smtClean="0"/>
              <a:t>This process is called </a:t>
            </a:r>
            <a:r>
              <a:rPr lang="en-US" b="1" dirty="0" smtClean="0"/>
              <a:t>Search Engine Analytics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Neha discovered something like…</a:t>
            </a:r>
          </a:p>
          <a:p>
            <a:r>
              <a:rPr lang="en-US" dirty="0" smtClean="0"/>
              <a:t>People were searching for </a:t>
            </a:r>
            <a:r>
              <a:rPr lang="en-US" b="1" dirty="0" smtClean="0"/>
              <a:t>pizza near me</a:t>
            </a:r>
            <a:r>
              <a:rPr lang="en-US" dirty="0" smtClean="0"/>
              <a:t>, but Rocket Slice </a:t>
            </a:r>
            <a:r>
              <a:rPr lang="en-US" b="1" dirty="0" smtClean="0"/>
              <a:t>was not appearing in search results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678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520"/>
            <a:ext cx="10515600" cy="1325563"/>
          </a:xfrm>
        </p:spPr>
        <p:txBody>
          <a:bodyPr/>
          <a:lstStyle/>
          <a:p>
            <a:r>
              <a:rPr lang="en-IN" dirty="0" smtClean="0"/>
              <a:t>Keyword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808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Neha then checked the </a:t>
            </a:r>
            <a:r>
              <a:rPr lang="en-US" b="1" dirty="0" smtClean="0"/>
              <a:t>keywords</a:t>
            </a:r>
            <a:r>
              <a:rPr lang="en-US" dirty="0" smtClean="0"/>
              <a:t> used on </a:t>
            </a:r>
            <a:r>
              <a:rPr lang="en-US" dirty="0" err="1" smtClean="0"/>
              <a:t>Kabir's</a:t>
            </a:r>
            <a:r>
              <a:rPr lang="en-US" dirty="0" smtClean="0"/>
              <a:t> website.</a:t>
            </a:r>
          </a:p>
          <a:p>
            <a:r>
              <a:rPr lang="en-US" dirty="0" smtClean="0"/>
              <a:t>The website had words like:</a:t>
            </a:r>
          </a:p>
          <a:p>
            <a:pPr marL="0" indent="0">
              <a:buNone/>
            </a:pPr>
            <a:r>
              <a:rPr lang="en-US" dirty="0" smtClean="0"/>
              <a:t>“delicious food”</a:t>
            </a:r>
          </a:p>
          <a:p>
            <a:pPr marL="0" indent="0">
              <a:buNone/>
            </a:pPr>
            <a:r>
              <a:rPr lang="en-US" dirty="0" smtClean="0"/>
              <a:t>“restaurant”</a:t>
            </a:r>
          </a:p>
          <a:p>
            <a:r>
              <a:rPr lang="en-US" dirty="0" smtClean="0"/>
              <a:t>But people were actually searching for:</a:t>
            </a:r>
          </a:p>
          <a:p>
            <a:pPr marL="0" indent="0">
              <a:buNone/>
            </a:pPr>
            <a:r>
              <a:rPr lang="en-US" dirty="0" smtClean="0"/>
              <a:t>“best pizza in Mumbai”</a:t>
            </a:r>
          </a:p>
          <a:p>
            <a:pPr marL="0" indent="0">
              <a:buNone/>
            </a:pPr>
            <a:r>
              <a:rPr lang="en-US" dirty="0" smtClean="0"/>
              <a:t>“cheese burst pizza”</a:t>
            </a:r>
          </a:p>
          <a:p>
            <a:pPr marL="0" indent="0">
              <a:buNone/>
            </a:pPr>
            <a:r>
              <a:rPr lang="en-US" dirty="0" smtClean="0"/>
              <a:t>“pizza delivery near me”</a:t>
            </a:r>
          </a:p>
          <a:p>
            <a:r>
              <a:rPr lang="en-US" dirty="0" smtClean="0"/>
              <a:t>Finding these search words is called </a:t>
            </a:r>
            <a:r>
              <a:rPr lang="en-US" b="1" dirty="0" smtClean="0"/>
              <a:t>Keyword Analysis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Neha updated the website with these popular keywords.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963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 Engine Optimization (SEO)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Neha improved the website using </a:t>
            </a:r>
            <a:r>
              <a:rPr lang="en-US" b="1" dirty="0" smtClean="0"/>
              <a:t>SEO techniques</a:t>
            </a:r>
            <a:r>
              <a:rPr lang="en-US" dirty="0"/>
              <a:t>: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Added keywords to page titles</a:t>
            </a:r>
          </a:p>
          <a:p>
            <a:r>
              <a:rPr lang="en-US" dirty="0" smtClean="0"/>
              <a:t>Wrote blog posts like </a:t>
            </a:r>
            <a:r>
              <a:rPr lang="en-US" i="1" dirty="0" smtClean="0"/>
              <a:t>“Top 5 Pizzas in Mumbai”</a:t>
            </a:r>
            <a:endParaRPr lang="en-US" dirty="0" smtClean="0"/>
          </a:p>
          <a:p>
            <a:r>
              <a:rPr lang="en-US" dirty="0" smtClean="0"/>
              <a:t>Improved the website speed</a:t>
            </a:r>
          </a:p>
          <a:p>
            <a:r>
              <a:rPr lang="en-US" dirty="0" smtClean="0"/>
              <a:t>Added customer reviews</a:t>
            </a:r>
          </a:p>
          <a:p>
            <a:r>
              <a:rPr lang="en-US" dirty="0" smtClean="0"/>
              <a:t>Soon, the Rocket Slice website started appearing </a:t>
            </a:r>
            <a:r>
              <a:rPr lang="en-US" b="1" dirty="0" smtClean="0"/>
              <a:t>on the first page of Google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process of improving website ranking is called </a:t>
            </a:r>
            <a:r>
              <a:rPr lang="en-US" b="1" dirty="0" smtClean="0"/>
              <a:t>Search Engine Optimization (SEO)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92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dirty="0" smtClean="0"/>
              <a:t>Web Traffic Analytics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After a few weeks, Neha checked the website statistics.</a:t>
            </a:r>
          </a:p>
          <a:p>
            <a:pPr marL="0" indent="0">
              <a:buNone/>
            </a:pPr>
            <a:r>
              <a:rPr lang="en-US" dirty="0" smtClean="0"/>
              <a:t>She analyzed:</a:t>
            </a:r>
          </a:p>
          <a:p>
            <a:r>
              <a:rPr lang="en-US" dirty="0" smtClean="0"/>
              <a:t>Number of visitors</a:t>
            </a:r>
          </a:p>
          <a:p>
            <a:r>
              <a:rPr lang="en-US" dirty="0" smtClean="0"/>
              <a:t>Which pages users clicked</a:t>
            </a:r>
          </a:p>
          <a:p>
            <a:r>
              <a:rPr lang="en-US" dirty="0" smtClean="0"/>
              <a:t>How long they stayed on the site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analysis of visitor data is called </a:t>
            </a:r>
            <a:r>
              <a:rPr lang="en-US" b="1" dirty="0" smtClean="0"/>
              <a:t>Web Traffic Analytics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The results shocked </a:t>
            </a:r>
            <a:r>
              <a:rPr lang="en-US" dirty="0" err="1" smtClean="0"/>
              <a:t>Kabir</a:t>
            </a:r>
            <a:r>
              <a:rPr lang="en-US" dirty="0" smtClean="0"/>
              <a:t>!</a:t>
            </a:r>
          </a:p>
          <a:p>
            <a:pPr marL="0" indent="0">
              <a:buNone/>
            </a:pPr>
            <a:r>
              <a:rPr lang="en-US" dirty="0" smtClean="0"/>
              <a:t>Website visitors increased from </a:t>
            </a:r>
            <a:r>
              <a:rPr lang="en-US" b="1" dirty="0" smtClean="0"/>
              <a:t>50 visitors per day to 1500 visitors per day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dirty="0" smtClean="0"/>
              <a:t>Soon, Rocket Slice became </a:t>
            </a:r>
            <a:r>
              <a:rPr lang="en-US" b="1" dirty="0" smtClean="0"/>
              <a:t>one of the most popular pizza shops in Mumbai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16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Takeaway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Businesses grow online by using:</a:t>
            </a:r>
            <a:endParaRPr lang="en-IN" b="1" dirty="0" smtClean="0"/>
          </a:p>
          <a:p>
            <a:endParaRPr lang="en-IN" b="1" dirty="0"/>
          </a:p>
          <a:p>
            <a:r>
              <a:rPr lang="en-IN" b="1" dirty="0" smtClean="0"/>
              <a:t>Search Engine Analytics</a:t>
            </a:r>
            <a:r>
              <a:rPr lang="en-IN" dirty="0" smtClean="0"/>
              <a:t> – understanding how users search</a:t>
            </a:r>
          </a:p>
          <a:p>
            <a:r>
              <a:rPr lang="en-IN" b="1" dirty="0" smtClean="0"/>
              <a:t>Keyword Analysis</a:t>
            </a:r>
            <a:r>
              <a:rPr lang="en-IN" dirty="0" smtClean="0"/>
              <a:t> – finding popular search words</a:t>
            </a:r>
          </a:p>
          <a:p>
            <a:r>
              <a:rPr lang="en-IN" dirty="0" smtClean="0"/>
              <a:t> </a:t>
            </a:r>
            <a:r>
              <a:rPr lang="en-IN" b="1" dirty="0" smtClean="0"/>
              <a:t>SEO</a:t>
            </a:r>
            <a:r>
              <a:rPr lang="en-IN" dirty="0" smtClean="0"/>
              <a:t> – improving website ranking</a:t>
            </a:r>
          </a:p>
          <a:p>
            <a:r>
              <a:rPr lang="en-IN" b="1" dirty="0" smtClean="0"/>
              <a:t>Web Traffic Analytics</a:t>
            </a:r>
            <a:r>
              <a:rPr lang="en-IN" dirty="0" smtClean="0"/>
              <a:t> – </a:t>
            </a:r>
            <a:r>
              <a:rPr lang="en-IN" dirty="0" err="1" smtClean="0"/>
              <a:t>analyzing</a:t>
            </a:r>
            <a:r>
              <a:rPr lang="en-IN" dirty="0" smtClean="0"/>
              <a:t> website visitors</a:t>
            </a:r>
          </a:p>
        </p:txBody>
      </p:sp>
    </p:spTree>
    <p:extLst>
      <p:ext uri="{BB962C8B-B14F-4D97-AF65-F5344CB8AC3E}">
        <p14:creationId xmlns:p14="http://schemas.microsoft.com/office/powerpoint/2010/main" val="268535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Numerical 1: Geo-tag Engagement Analysis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restaurant in </a:t>
            </a:r>
            <a:r>
              <a:rPr lang="en-US" b="1" dirty="0" smtClean="0"/>
              <a:t>Mumbai</a:t>
            </a:r>
            <a:r>
              <a:rPr lang="en-US" dirty="0" smtClean="0"/>
              <a:t> analyzed geo-tagged posts on </a:t>
            </a:r>
            <a:r>
              <a:rPr lang="en-US" b="1" dirty="0" smtClean="0"/>
              <a:t>Instagram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001717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63544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Geo-tagged Posts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840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736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52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05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Bangalore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17063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07958" y="5530632"/>
            <a:ext cx="9689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Question:Find</a:t>
            </a:r>
            <a:r>
              <a:rPr lang="en-US" sz="2400" dirty="0" smtClean="0"/>
              <a:t> the percentage of geo-tagged posts from Mumbai.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2653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2: Location-Based Marketing Reach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brand posted an advertisement on </a:t>
            </a:r>
            <a:r>
              <a:rPr lang="en-US" b="1" dirty="0" smtClean="0"/>
              <a:t>Facebook</a:t>
            </a:r>
            <a:r>
              <a:rPr lang="en-US" dirty="0" smtClean="0"/>
              <a:t> with geo-tagging.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371528"/>
              </p:ext>
            </p:extLst>
          </p:nvPr>
        </p:nvGraphicFramePr>
        <p:xfrm>
          <a:off x="1676400" y="268584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986670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25954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Users Reached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438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64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81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8153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4990943"/>
            <a:ext cx="9809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Question: Find the total reach and the city with maximum reach.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738838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3: Geo-tag Comment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coffee shop analyzed geo-tagged comments on </a:t>
            </a:r>
            <a:r>
              <a:rPr lang="en-US" b="1" dirty="0" smtClean="0"/>
              <a:t>Instagram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45847"/>
              </p:ext>
            </p:extLst>
          </p:nvPr>
        </p:nvGraphicFramePr>
        <p:xfrm>
          <a:off x="950495" y="2676216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99387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66233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Comments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33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77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14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Delhi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60484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5221" y="4343516"/>
            <a:ext cx="103952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Question</a:t>
            </a:r>
          </a:p>
          <a:p>
            <a:r>
              <a:rPr lang="en-US" sz="2400" b="1" dirty="0" smtClean="0"/>
              <a:t>Calculate the ratio of comments from Mumbai to Pune.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999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879</Words>
  <Application>Microsoft Office PowerPoint</Application>
  <PresentationFormat>Widescreen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Chapter 4 </vt:lpstr>
      <vt:lpstr>PowerPoint Presentation</vt:lpstr>
      <vt:lpstr>The Smart Coffee Shop </vt:lpstr>
      <vt:lpstr>Introduction to Location Analytics</vt:lpstr>
      <vt:lpstr>Geo-tagging in Social Media</vt:lpstr>
      <vt:lpstr>Location-Based Marketing</vt:lpstr>
      <vt:lpstr>Conclusion of the Story</vt:lpstr>
      <vt:lpstr>Simple takeaway </vt:lpstr>
      <vt:lpstr>PowerPoint Presentation</vt:lpstr>
      <vt:lpstr>The Secret Behind the Viral Pizza Shop</vt:lpstr>
      <vt:lpstr>Introduction to Search Engine Analytics</vt:lpstr>
      <vt:lpstr>Keyword Analysis</vt:lpstr>
      <vt:lpstr>Search Engine Optimization (SEO)</vt:lpstr>
      <vt:lpstr> Web Traffic Analytics</vt:lpstr>
      <vt:lpstr>Key Takeaway</vt:lpstr>
      <vt:lpstr>Numerical 1: Geo-tag Engagement Analysis </vt:lpstr>
      <vt:lpstr>Numerical 2: Location-Based Marketing Reach</vt:lpstr>
      <vt:lpstr>Numerical 3: Geo-tag Comment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</dc:title>
  <dc:creator>admin</dc:creator>
  <cp:lastModifiedBy>admin</cp:lastModifiedBy>
  <cp:revision>9</cp:revision>
  <dcterms:created xsi:type="dcterms:W3CDTF">2026-03-09T04:32:42Z</dcterms:created>
  <dcterms:modified xsi:type="dcterms:W3CDTF">2026-03-09T05:34:08Z</dcterms:modified>
</cp:coreProperties>
</file>